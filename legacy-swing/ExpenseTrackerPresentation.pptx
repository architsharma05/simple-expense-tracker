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58"/>
    <p:restoredTop sz="94643"/>
  </p:normalViewPr>
  <p:slideViewPr>
    <p:cSldViewPr snapToGrid="0" snapToObjects="1">
      <p:cViewPr varScale="1">
        <p:scale>
          <a:sx n="115" d="100"/>
          <a:sy n="115" d="100"/>
        </p:scale>
        <p:origin x="256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2240" y="2386744"/>
            <a:ext cx="693952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1396" y="4352544"/>
            <a:ext cx="5101209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19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4924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867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2386744"/>
            <a:ext cx="6940296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1396" y="4352465"/>
            <a:ext cx="5101209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1900">
                <a:solidFill>
                  <a:schemeClr val="tx1"/>
                </a:solidFill>
              </a:defRPr>
            </a:lvl1pPr>
            <a:lvl2pPr marL="45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9561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2239" y="2638044"/>
            <a:ext cx="3288023" cy="31019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3737" y="2638044"/>
            <a:ext cx="3290516" cy="31019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442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2239" y="2313434"/>
            <a:ext cx="3288024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2239" y="3143250"/>
            <a:ext cx="3288024" cy="259677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737" y="3143250"/>
            <a:ext cx="3290516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753737" y="2313434"/>
            <a:ext cx="3290516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5015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435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066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703" y="2243829"/>
            <a:ext cx="3290594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2060" y="804672"/>
            <a:ext cx="361188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8"/>
            <a:ext cx="284607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640703" y="6236208"/>
            <a:ext cx="3806398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625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2243828"/>
            <a:ext cx="3291840" cy="1143000"/>
          </a:xfrm>
          <a:solidFill>
            <a:srgbClr val="FFFFFF"/>
          </a:solidFill>
          <a:ln>
            <a:solidFill>
              <a:srgbClr val="262626"/>
            </a:solidFill>
          </a:ln>
        </p:spPr>
        <p:txBody>
          <a:bodyPr anchor="ctr" anchorCtr="1">
            <a:no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2000" y="0"/>
            <a:ext cx="4576573" cy="6858000"/>
          </a:xfrm>
          <a:solidFill>
            <a:schemeClr val="bg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9"/>
            <a:ext cx="284607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6/14/26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40080" y="6236208"/>
            <a:ext cx="3803904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984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490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9834" y="937260"/>
            <a:ext cx="1053966" cy="498348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06046" y="937260"/>
            <a:ext cx="4716174" cy="498348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704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06045" y="964692"/>
            <a:ext cx="5937755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6045" y="2638045"/>
            <a:ext cx="5937755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02239" y="6236208"/>
            <a:ext cx="4556664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4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321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6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44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28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3898" y="2490283"/>
            <a:ext cx="4201787" cy="1877437"/>
          </a:xfrm>
        </p:spPr>
        <p:txBody>
          <a:bodyPr>
            <a:normAutofit/>
          </a:bodyPr>
          <a:lstStyle/>
          <a:p>
            <a:r>
              <a:t>Simple Expense Tracker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5040EF-32B8-46F3-823C-6BA3A49A77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0992" y="0"/>
            <a:ext cx="3493008" cy="6858000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7404" y="2173266"/>
            <a:ext cx="2742840" cy="2511468"/>
          </a:xfrm>
        </p:spPr>
        <p:txBody>
          <a:bodyPr anchor="ctr">
            <a:normAutofit/>
          </a:bodyPr>
          <a:lstStyle/>
          <a:p>
            <a:r>
              <a:rPr lang="en-IN" dirty="0">
                <a:solidFill>
                  <a:schemeClr val="bg1">
                    <a:lumMod val="75000"/>
                    <a:lumOff val="25000"/>
                  </a:schemeClr>
                </a:solidFill>
              </a:rPr>
              <a:t>Capgemini Programming Assignment</a:t>
            </a:r>
          </a:p>
          <a:p>
            <a:r>
              <a:rPr lang="en-IN" dirty="0">
                <a:solidFill>
                  <a:schemeClr val="bg1">
                    <a:lumMod val="75000"/>
                    <a:lumOff val="25000"/>
                  </a:schemeClr>
                </a:solidFill>
              </a:rPr>
              <a:t>Archit Sharma</a:t>
            </a:r>
          </a:p>
          <a:p>
            <a:r>
              <a:rPr lang="en-IN" dirty="0">
                <a:solidFill>
                  <a:schemeClr val="bg1">
                    <a:lumMod val="75000"/>
                    <a:lumOff val="25000"/>
                  </a:schemeClr>
                </a:solidFill>
              </a:rPr>
              <a:t>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2335" y="2708804"/>
            <a:ext cx="2774103" cy="1440394"/>
          </a:xfrm>
          <a:noFill/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IN" sz="2100">
                <a:solidFill>
                  <a:schemeClr val="tx1"/>
                </a:solidFill>
              </a:rPr>
              <a:t>Problem Statement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403EBD-907E-4D59-98D4-A72CD1063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86295" y="-2"/>
            <a:ext cx="5157705" cy="685800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36886" y="802638"/>
            <a:ext cx="4056522" cy="525272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>
                <a:solidFill>
                  <a:schemeClr val="bg1"/>
                </a:solidFill>
              </a:rPr>
              <a:t>Build a simple application to track expenses and generate spending insights.</a:t>
            </a:r>
          </a:p>
          <a:p>
            <a:endParaRPr lang="en-IN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>
                <a:solidFill>
                  <a:schemeClr val="bg1"/>
                </a:solidFill>
              </a:rPr>
              <a:t>Requirements:</a:t>
            </a:r>
          </a:p>
          <a:p>
            <a:pPr marL="0" indent="0">
              <a:buNone/>
            </a:pPr>
            <a:r>
              <a:rPr lang="en-IN">
                <a:solidFill>
                  <a:schemeClr val="bg1"/>
                </a:solidFill>
              </a:rPr>
              <a:t>• Add expenses</a:t>
            </a:r>
          </a:p>
          <a:p>
            <a:pPr marL="0" indent="0">
              <a:buNone/>
            </a:pPr>
            <a:r>
              <a:rPr lang="en-IN">
                <a:solidFill>
                  <a:schemeClr val="bg1"/>
                </a:solidFill>
              </a:rPr>
              <a:t>• Store data in a file</a:t>
            </a:r>
          </a:p>
          <a:p>
            <a:pPr marL="0" indent="0">
              <a:buNone/>
            </a:pPr>
            <a:r>
              <a:rPr lang="en-IN">
                <a:solidFill>
                  <a:schemeClr val="bg1"/>
                </a:solidFill>
              </a:rPr>
              <a:t>• Calculate totals and trends</a:t>
            </a:r>
          </a:p>
          <a:p>
            <a:pPr marL="0" indent="0">
              <a:buNone/>
            </a:pPr>
            <a:r>
              <a:rPr lang="en-IN">
                <a:solidFill>
                  <a:schemeClr val="bg1"/>
                </a:solidFill>
              </a:rPr>
              <a:t>• Identify highest and lowest spend categories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2335" y="2708804"/>
            <a:ext cx="2774103" cy="1440394"/>
          </a:xfrm>
          <a:noFill/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IN" sz="2100">
                <a:solidFill>
                  <a:schemeClr val="tx1"/>
                </a:solidFill>
              </a:rPr>
              <a:t>Approach &amp; Design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403EBD-907E-4D59-98D4-A72CD1063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86295" y="-2"/>
            <a:ext cx="5157705" cy="685800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36886" y="802638"/>
            <a:ext cx="4056522" cy="525272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>
                <a:solidFill>
                  <a:schemeClr val="bg1"/>
                </a:solidFill>
              </a:rPr>
              <a:t>• Java Swing desktop application</a:t>
            </a:r>
          </a:p>
          <a:p>
            <a:pPr marL="0" indent="0">
              <a:buNone/>
            </a:pPr>
            <a:r>
              <a:rPr lang="en-IN">
                <a:solidFill>
                  <a:schemeClr val="bg1"/>
                </a:solidFill>
              </a:rPr>
              <a:t>• CSV file storage</a:t>
            </a:r>
          </a:p>
          <a:p>
            <a:pPr marL="0" indent="0">
              <a:buNone/>
            </a:pPr>
            <a:r>
              <a:rPr lang="en-IN">
                <a:solidFill>
                  <a:schemeClr val="bg1"/>
                </a:solidFill>
              </a:rPr>
              <a:t>• Object-oriented design</a:t>
            </a:r>
          </a:p>
          <a:p>
            <a:pPr marL="0" indent="0">
              <a:buNone/>
            </a:pPr>
            <a:r>
              <a:rPr lang="en-IN">
                <a:solidFill>
                  <a:schemeClr val="bg1"/>
                </a:solidFill>
              </a:rPr>
              <a:t>• No database required</a:t>
            </a:r>
          </a:p>
          <a:p>
            <a:pPr marL="0" indent="0">
              <a:buNone/>
            </a:pPr>
            <a:r>
              <a:rPr lang="en-IN">
                <a:solidFill>
                  <a:schemeClr val="bg1"/>
                </a:solidFill>
              </a:rPr>
              <a:t>• Simple and easy-to-maintain architecture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2335" y="2708804"/>
            <a:ext cx="2774103" cy="1440394"/>
          </a:xfrm>
          <a:noFill/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IN" sz="2100">
                <a:solidFill>
                  <a:schemeClr val="tx1"/>
                </a:solidFill>
              </a:rPr>
              <a:t>Application Architecture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403EBD-907E-4D59-98D4-A72CD1063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86295" y="-2"/>
            <a:ext cx="5157705" cy="685800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36886" y="802638"/>
            <a:ext cx="4056522" cy="5252722"/>
          </a:xfrm>
        </p:spPr>
        <p:txBody>
          <a:bodyPr anchor="ctr">
            <a:normAutofit/>
          </a:bodyPr>
          <a:lstStyle/>
          <a:p>
            <a:r>
              <a:rPr lang="en-IN">
                <a:solidFill>
                  <a:schemeClr val="bg1"/>
                </a:solidFill>
              </a:rPr>
              <a:t>ExpenseTrackerApp (UI)</a:t>
            </a:r>
          </a:p>
          <a:p>
            <a:pPr marL="0" indent="0">
              <a:buNone/>
            </a:pPr>
            <a:r>
              <a:rPr lang="en-IN">
                <a:solidFill>
                  <a:schemeClr val="bg1"/>
                </a:solidFill>
              </a:rPr>
              <a:t>            |</a:t>
            </a:r>
          </a:p>
          <a:p>
            <a:r>
              <a:rPr lang="en-IN">
                <a:solidFill>
                  <a:schemeClr val="bg1"/>
                </a:solidFill>
              </a:rPr>
              <a:t>ExpenseManager (Business Logic)</a:t>
            </a:r>
          </a:p>
          <a:p>
            <a:pPr marL="0" indent="0">
              <a:buNone/>
            </a:pPr>
            <a:r>
              <a:rPr lang="en-IN">
                <a:solidFill>
                  <a:schemeClr val="bg1"/>
                </a:solidFill>
              </a:rPr>
              <a:t>            |</a:t>
            </a:r>
          </a:p>
          <a:p>
            <a:r>
              <a:rPr lang="en-IN">
                <a:solidFill>
                  <a:schemeClr val="bg1"/>
                </a:solidFill>
              </a:rPr>
              <a:t>FileHandler (CSV Storage)</a:t>
            </a:r>
          </a:p>
          <a:p>
            <a:pPr marL="0" indent="0">
              <a:buNone/>
            </a:pPr>
            <a:r>
              <a:rPr lang="en-IN">
                <a:solidFill>
                  <a:schemeClr val="bg1"/>
                </a:solidFill>
              </a:rPr>
              <a:t>            |</a:t>
            </a:r>
          </a:p>
          <a:p>
            <a:r>
              <a:rPr lang="en-IN">
                <a:solidFill>
                  <a:schemeClr val="bg1"/>
                </a:solidFill>
              </a:rPr>
              <a:t>expenses.csv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2335" y="2708804"/>
            <a:ext cx="2774103" cy="1440394"/>
          </a:xfrm>
          <a:noFill/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IN" sz="2100">
                <a:solidFill>
                  <a:schemeClr val="tx1"/>
                </a:solidFill>
              </a:rPr>
              <a:t>Project Structure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403EBD-907E-4D59-98D4-A72CD1063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86295" y="-2"/>
            <a:ext cx="5157705" cy="685800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36886" y="802638"/>
            <a:ext cx="4056522" cy="5252722"/>
          </a:xfrm>
        </p:spPr>
        <p:txBody>
          <a:bodyPr anchor="ctr">
            <a:normAutofit/>
          </a:bodyPr>
          <a:lstStyle/>
          <a:p>
            <a:r>
              <a:rPr lang="en-IN">
                <a:solidFill>
                  <a:schemeClr val="bg1"/>
                </a:solidFill>
              </a:rPr>
              <a:t>Expense.java - Expense model</a:t>
            </a:r>
          </a:p>
          <a:p>
            <a:r>
              <a:rPr lang="en-IN">
                <a:solidFill>
                  <a:schemeClr val="bg1"/>
                </a:solidFill>
              </a:rPr>
              <a:t>ExpenseManager.java - Calculations and expense management</a:t>
            </a:r>
          </a:p>
          <a:p>
            <a:r>
              <a:rPr lang="en-IN">
                <a:solidFill>
                  <a:schemeClr val="bg1"/>
                </a:solidFill>
              </a:rPr>
              <a:t>FileHandler.java - CSV read/write operations</a:t>
            </a:r>
          </a:p>
          <a:p>
            <a:r>
              <a:rPr lang="en-IN">
                <a:solidFill>
                  <a:schemeClr val="bg1"/>
                </a:solidFill>
              </a:rPr>
              <a:t>ExpenseTrackerApp.java - User interface</a:t>
            </a:r>
          </a:p>
          <a:p>
            <a:r>
              <a:rPr lang="en-IN">
                <a:solidFill>
                  <a:schemeClr val="bg1"/>
                </a:solidFill>
              </a:rPr>
              <a:t>expenses.csv - Persistent storage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A816DFB-8B0F-47B3-BC12-7B9F59B4EC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4554686" cy="68580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1290025"/>
            <a:ext cx="3356919" cy="118872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>
            <a:normAutofit/>
          </a:bodyPr>
          <a:lstStyle/>
          <a:p>
            <a:r>
              <a:rPr lang="en-IN" sz="2000">
                <a:solidFill>
                  <a:srgbClr val="262626"/>
                </a:solidFill>
              </a:rPr>
              <a:t>Features &amp; Application Screenshot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2858703"/>
            <a:ext cx="3356919" cy="3042547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IN">
                <a:solidFill>
                  <a:srgbClr val="FFFFFF"/>
                </a:solidFill>
              </a:rPr>
              <a:t>Features: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>
                <a:solidFill>
                  <a:srgbClr val="FFFFFF"/>
                </a:solidFill>
              </a:rPr>
              <a:t>• Add Expense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>
                <a:solidFill>
                  <a:srgbClr val="FFFFFF"/>
                </a:solidFill>
              </a:rPr>
              <a:t>• View Expenses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>
                <a:solidFill>
                  <a:srgbClr val="FFFFFF"/>
                </a:solidFill>
              </a:rPr>
              <a:t>• Total Expense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>
                <a:solidFill>
                  <a:srgbClr val="FFFFFF"/>
                </a:solidFill>
              </a:rPr>
              <a:t>• Total by Category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>
                <a:solidFill>
                  <a:srgbClr val="FFFFFF"/>
                </a:solidFill>
              </a:rPr>
              <a:t>• Expense Trend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>
                <a:solidFill>
                  <a:srgbClr val="FFFFFF"/>
                </a:solidFill>
              </a:rPr>
              <a:t>• Highest and Lowest Spend Category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87D435C-84AC-4E27-9CD3-0AAAF73EB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49774" y="640080"/>
            <a:ext cx="3614166" cy="5261170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FA4C881-BF60-416C-A273-70541298EE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58189" y="806357"/>
            <a:ext cx="3383450" cy="4928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C49DDB-4E54-59AA-9DA3-5A321591B2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143" t="21343" r="23689" b="18333"/>
          <a:stretch>
            <a:fillRect/>
          </a:stretch>
        </p:blipFill>
        <p:spPr>
          <a:xfrm>
            <a:off x="4861932" y="1973766"/>
            <a:ext cx="4027122" cy="29104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2335" y="2708804"/>
            <a:ext cx="2774103" cy="1440394"/>
          </a:xfrm>
          <a:noFill/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IN" sz="2100">
                <a:solidFill>
                  <a:schemeClr val="tx1"/>
                </a:solidFill>
              </a:rPr>
              <a:t>Testing &amp; Verification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403EBD-907E-4D59-98D4-A72CD1063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86295" y="-2"/>
            <a:ext cx="5157705" cy="685800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36886" y="802638"/>
            <a:ext cx="4056522" cy="5252722"/>
          </a:xfrm>
        </p:spPr>
        <p:txBody>
          <a:bodyPr anchor="ctr">
            <a:normAutofit/>
          </a:bodyPr>
          <a:lstStyle/>
          <a:p>
            <a:r>
              <a:rPr lang="en-IN">
                <a:solidFill>
                  <a:schemeClr val="bg1"/>
                </a:solidFill>
              </a:rPr>
              <a:t>Test Case 1: Add valid expense → Appears in table</a:t>
            </a:r>
          </a:p>
          <a:p>
            <a:r>
              <a:rPr lang="en-IN">
                <a:solidFill>
                  <a:schemeClr val="bg1"/>
                </a:solidFill>
              </a:rPr>
              <a:t>Test Case 2: Enter non-numeric amount → Validation message</a:t>
            </a:r>
          </a:p>
          <a:p>
            <a:r>
              <a:rPr lang="en-IN">
                <a:solidFill>
                  <a:schemeClr val="bg1"/>
                </a:solidFill>
              </a:rPr>
              <a:t>Test Case 3: Enter negative amount → Validation message</a:t>
            </a:r>
          </a:p>
          <a:p>
            <a:r>
              <a:rPr lang="en-IN">
                <a:solidFill>
                  <a:schemeClr val="bg1"/>
                </a:solidFill>
              </a:rPr>
              <a:t>Test Case 4: Restart application → Data persists in CSV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2335" y="2708804"/>
            <a:ext cx="2774103" cy="1440394"/>
          </a:xfrm>
          <a:noFill/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IN" sz="2100">
                <a:solidFill>
                  <a:schemeClr val="tx1"/>
                </a:solidFill>
              </a:rPr>
              <a:t>Future Improvements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403EBD-907E-4D59-98D4-A72CD1063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86295" y="-2"/>
            <a:ext cx="5157705" cy="685800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36886" y="802638"/>
            <a:ext cx="4056522" cy="525272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>
                <a:solidFill>
                  <a:schemeClr val="bg1"/>
                </a:solidFill>
              </a:rPr>
              <a:t>• Edit/Delete expenses</a:t>
            </a:r>
          </a:p>
          <a:p>
            <a:pPr marL="0" indent="0">
              <a:buNone/>
            </a:pPr>
            <a:r>
              <a:rPr lang="en-IN">
                <a:solidFill>
                  <a:schemeClr val="bg1"/>
                </a:solidFill>
              </a:rPr>
              <a:t>• Charts and visual analytics</a:t>
            </a:r>
          </a:p>
          <a:p>
            <a:pPr marL="0" indent="0">
              <a:buNone/>
            </a:pPr>
            <a:r>
              <a:rPr lang="en-IN">
                <a:solidFill>
                  <a:schemeClr val="bg1"/>
                </a:solidFill>
              </a:rPr>
              <a:t>• Search and filtering</a:t>
            </a:r>
          </a:p>
          <a:p>
            <a:pPr marL="0" indent="0">
              <a:buNone/>
            </a:pPr>
            <a:r>
              <a:rPr lang="en-IN">
                <a:solidFill>
                  <a:schemeClr val="bg1"/>
                </a:solidFill>
              </a:rPr>
              <a:t>• Database integration</a:t>
            </a:r>
          </a:p>
          <a:p>
            <a:pPr marL="0" indent="0">
              <a:buNone/>
            </a:pPr>
            <a:r>
              <a:rPr lang="en-IN">
                <a:solidFill>
                  <a:schemeClr val="bg1"/>
                </a:solidFill>
              </a:rPr>
              <a:t>• Export reports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A6B727"/>
      </a:accent1>
      <a:accent2>
        <a:srgbClr val="418AB3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A425FB89-E954-4A2A-81DC-D90804A94DB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24</TotalTime>
  <Words>228</Words>
  <Application>Microsoft Macintosh PowerPoint</Application>
  <PresentationFormat>On-screen Show (4:3)</PresentationFormat>
  <Paragraphs>51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Gill Sans MT</vt:lpstr>
      <vt:lpstr>Parcel</vt:lpstr>
      <vt:lpstr>Simple Expense Tracker</vt:lpstr>
      <vt:lpstr>Problem Statement</vt:lpstr>
      <vt:lpstr>Approach &amp; Design</vt:lpstr>
      <vt:lpstr>Application Architecture</vt:lpstr>
      <vt:lpstr>Project Structure</vt:lpstr>
      <vt:lpstr>Features &amp; Application Screenshot</vt:lpstr>
      <vt:lpstr>Testing &amp; Verification</vt:lpstr>
      <vt:lpstr>Future Improvements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Praval Sharma</cp:lastModifiedBy>
  <cp:revision>2</cp:revision>
  <dcterms:created xsi:type="dcterms:W3CDTF">2013-01-27T09:14:16Z</dcterms:created>
  <dcterms:modified xsi:type="dcterms:W3CDTF">2026-06-15T04:01:40Z</dcterms:modified>
  <cp:category/>
</cp:coreProperties>
</file>